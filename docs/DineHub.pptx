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 Medium" panose="020B0604020202020204" charset="-18"/>
      <p:regular r:id="rId17"/>
    </p:embeddedFont>
    <p:embeddedFont>
      <p:font typeface="Inter" panose="020B0604020202020204" charset="0"/>
      <p:regular r:id="rId18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3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73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DineHub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162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Laravel alapú ételrendelő és étteremkezelő rendszer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334339"/>
            <a:ext cx="7556421" cy="5227796"/>
          </a:xfrm>
          <a:prstGeom prst="roundRect">
            <a:avLst>
              <a:gd name="adj" fmla="val 651"/>
            </a:avLst>
          </a:prstGeom>
          <a:solidFill>
            <a:srgbClr val="4C5052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33433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6507004" y="2561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07004" y="305157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Étterem tulajdonos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3641288"/>
            <a:ext cx="7556421" cy="1306949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0" name="Shape 7"/>
          <p:cNvSpPr/>
          <p:nvPr/>
        </p:nvSpPr>
        <p:spPr>
          <a:xfrm>
            <a:off x="6280190" y="3641288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3868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4358521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Vásárló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4948238"/>
            <a:ext cx="7556421" cy="1306949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6280190" y="4948238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5" name="Text 12"/>
          <p:cNvSpPr/>
          <p:nvPr/>
        </p:nvSpPr>
        <p:spPr>
          <a:xfrm>
            <a:off x="6507004" y="5175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Rendelés &amp; Kosár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07004" y="566547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Teljes rendeléskezelés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0190" y="6255187"/>
            <a:ext cx="7556421" cy="1306949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8" name="Shape 15"/>
          <p:cNvSpPr/>
          <p:nvPr/>
        </p:nvSpPr>
        <p:spPr>
          <a:xfrm>
            <a:off x="6280190" y="6255187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9" name="Text 16"/>
          <p:cNvSpPr/>
          <p:nvPr/>
        </p:nvSpPr>
        <p:spPr>
          <a:xfrm>
            <a:off x="6507004" y="6482001"/>
            <a:ext cx="311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Asztalfoglalás &amp; Fizetés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07004" y="697241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Integrált szolgáltatások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496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Technológia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012049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PHP 8.2 &amp; Laravel 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75976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Modern, stabil keretrendszer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012049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MySQL Adatbázis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75976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Relációs adattárolás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012049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401204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 &amp; Sanctum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75976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alapú autentifikáció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684133"/>
            <a:ext cx="525684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Adatbázis Fő Elemei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25" y="1852613"/>
            <a:ext cx="6322814" cy="4974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5925" y="7045881"/>
            <a:ext cx="632281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579281" y="1853803"/>
            <a:ext cx="6322814" cy="64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rendszer adatmodellje lefedi a teljes rendelési folyamatot — a felhasználókezeléstől a fizetésig.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579281" y="2832795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AC9EF5"/>
          </a:solidFill>
          <a:ln/>
        </p:spPr>
      </p:sp>
      <p:sp>
        <p:nvSpPr>
          <p:cNvPr id="7" name="Text 4"/>
          <p:cNvSpPr/>
          <p:nvPr/>
        </p:nvSpPr>
        <p:spPr>
          <a:xfrm>
            <a:off x="7879318" y="2721173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879318" y="3244691"/>
            <a:ext cx="602277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Felhasználók és szerepkörök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579281" y="4070211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AC9EF5"/>
          </a:solidFill>
          <a:ln/>
        </p:spPr>
      </p:sp>
      <p:sp>
        <p:nvSpPr>
          <p:cNvPr id="10" name="Text 7"/>
          <p:cNvSpPr/>
          <p:nvPr/>
        </p:nvSpPr>
        <p:spPr>
          <a:xfrm>
            <a:off x="7879318" y="3958590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Restaurants &amp; Menu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879318" y="4482108"/>
            <a:ext cx="602277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Éttermek, kategóriák, ételek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579281" y="5307628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AC9EF5"/>
          </a:solidFill>
          <a:ln/>
        </p:spPr>
      </p:sp>
      <p:sp>
        <p:nvSpPr>
          <p:cNvPr id="13" name="Text 10"/>
          <p:cNvSpPr/>
          <p:nvPr/>
        </p:nvSpPr>
        <p:spPr>
          <a:xfrm>
            <a:off x="7879318" y="5196007"/>
            <a:ext cx="287559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Orders, Cart, Payments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879318" y="5719524"/>
            <a:ext cx="602277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Tranzakciós entitások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579281" y="6545044"/>
            <a:ext cx="105132" cy="105132"/>
          </a:xfrm>
          <a:prstGeom prst="roundRect">
            <a:avLst>
              <a:gd name="adj" fmla="val 434882"/>
            </a:avLst>
          </a:prstGeom>
          <a:solidFill>
            <a:srgbClr val="AC9EF5"/>
          </a:solidFill>
          <a:ln/>
        </p:spPr>
      </p:sp>
      <p:sp>
        <p:nvSpPr>
          <p:cNvPr id="16" name="Text 13"/>
          <p:cNvSpPr/>
          <p:nvPr/>
        </p:nvSpPr>
        <p:spPr>
          <a:xfrm>
            <a:off x="7879318" y="6433423"/>
            <a:ext cx="2628424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Reservations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7879318" y="6956941"/>
            <a:ext cx="602277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Asztalfoglalások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53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Jogosultságkezelés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5215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Éttermek és menük kezelése, rendelések feldolgozása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52151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Rendelés leadása, asztalfoglalás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80428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Megvalósítás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5215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Middleware, Policy/Gate, Controller ellenőrzések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938"/>
            <a:ext cx="5803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API Funkciók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6534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0622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/ Register / Logout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76534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Restaurants &amp; Menu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410622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Teljes CRUD kezelés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Cart &amp; Orders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Kosár műveletek, rendeléskezelés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3389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Reservations &amp; Payments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Foglalás és fizetés; soft delete minden entitásnál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109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DineHub Frontend Áttekintés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687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alapú SPA alkalmazás standalone komponensekkel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686770"/>
            <a:ext cx="7556421" cy="3231833"/>
          </a:xfrm>
          <a:prstGeom prst="roundRect">
            <a:avLst>
              <a:gd name="adj" fmla="val 1053"/>
            </a:avLst>
          </a:prstGeom>
          <a:solidFill>
            <a:srgbClr val="4C5052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686770"/>
            <a:ext cx="7556421" cy="807958"/>
          </a:xfrm>
          <a:prstGeom prst="roundRect">
            <a:avLst>
              <a:gd name="adj" fmla="val 4211"/>
            </a:avLst>
          </a:pr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913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Étterem böngészés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4494728"/>
            <a:ext cx="7556421" cy="80795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9" name="Shape 6"/>
          <p:cNvSpPr/>
          <p:nvPr/>
        </p:nvSpPr>
        <p:spPr>
          <a:xfrm>
            <a:off x="793790" y="4494728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0" name="Text 7"/>
          <p:cNvSpPr/>
          <p:nvPr/>
        </p:nvSpPr>
        <p:spPr>
          <a:xfrm>
            <a:off x="1020604" y="47215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Rendelés &amp; Fizetés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5302687"/>
            <a:ext cx="7556421" cy="80795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2" name="Shape 9"/>
          <p:cNvSpPr/>
          <p:nvPr/>
        </p:nvSpPr>
        <p:spPr>
          <a:xfrm>
            <a:off x="793790" y="5302687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5529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Foglalás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93790" y="6110645"/>
            <a:ext cx="7556421" cy="80795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6110645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6337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 Panel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5981"/>
            <a:ext cx="57548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 Technológia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184922"/>
            <a:ext cx="6571417" cy="2908697"/>
          </a:xfrm>
          <a:prstGeom prst="roundRect">
            <a:avLst>
              <a:gd name="adj" fmla="val 1170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411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Angular 20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992880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Legújabb generációs keretrendszer standalone komponensekkel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945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TypeScript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5526643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Típusbiztos fejlesztés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411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9928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Modern, reszponzív stílusok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582597"/>
            <a:ext cx="3168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 kommunikáció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51637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alapú autentifikáció a backend Sanctum rendszerével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15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Fő Komponensek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83913"/>
            <a:ext cx="3090505" cy="2024182"/>
          </a:xfrm>
          <a:prstGeom prst="roundRect">
            <a:avLst>
              <a:gd name="adj" fmla="val 1681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910727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Home &amp; Menu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401145"/>
            <a:ext cx="26368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Éttermek listázása, ételek böngészése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3683913"/>
            <a:ext cx="3090624" cy="2024182"/>
          </a:xfrm>
          <a:prstGeom prst="roundRect">
            <a:avLst>
              <a:gd name="adj" fmla="val 1681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4337923" y="3910727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Cart &amp; Checkout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37923" y="4401145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Kosárkezelés és rendelés leadása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683913"/>
            <a:ext cx="3090624" cy="2024182"/>
          </a:xfrm>
          <a:prstGeom prst="roundRect">
            <a:avLst>
              <a:gd name="adj" fmla="val 1681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7655362" y="3910727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Orders &amp; Reservation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55362" y="4755475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Rendelés követés és asztalfoglalás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3683913"/>
            <a:ext cx="3090624" cy="2024182"/>
          </a:xfrm>
          <a:prstGeom prst="roundRect">
            <a:avLst>
              <a:gd name="adj" fmla="val 1681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0" y="3910727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Profile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0" y="4401145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Felhasználói adatok kezelése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75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Routing és Biztonság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644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97644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Nyilvános oldalak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2415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Home, menu — bejelentkezés nélkül elérhető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97644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97644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AuthGuard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72415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Védett oldalak (cart, checkout) — bejelentkezés szükséges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34069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93406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AdminGuard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68178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oldalak külön jogosultság-ellenőrzéssel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34069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934069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AC9E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HTTP Interceptor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68178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automatikus küldése minden kéréshez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9107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Köszönjük a figyelmet!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Készítette:Morzsa Milán Dominik, Boros Péter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Egyéni</PresentationFormat>
  <Paragraphs>88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Calibri</vt:lpstr>
      <vt:lpstr>Arial</vt:lpstr>
      <vt:lpstr>Inter</vt:lpstr>
      <vt:lpstr>DM Sans Medium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lastModifiedBy>Boros Péter</cp:lastModifiedBy>
  <cp:revision>2</cp:revision>
  <dcterms:created xsi:type="dcterms:W3CDTF">2026-04-01T08:25:05Z</dcterms:created>
  <dcterms:modified xsi:type="dcterms:W3CDTF">2026-04-01T08:30:16Z</dcterms:modified>
</cp:coreProperties>
</file>